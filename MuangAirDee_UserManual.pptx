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51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คู่มือการใช้งานระบบ 'เมืองแอร์ดี'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ฉบับจับมือทำ (Step-by-Step)</a:t>
            </a:r>
          </a:p>
          <a:p>
            <a:r>
              <a:t>ตั้งแต่ลูกค้าจองคิว -&gt; ช่างทำงาน -&gt; แอดมินเก็บเงิน</a:t>
            </a:r>
          </a:p>
          <a:p>
            <a:r>
              <a:t>(ความยาว 40 หน้า)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หน้าที่ 2/40: หน้าแรกของเว็บไซต์ (index.html)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800"/>
            </a:pPr>
            <a:r>
              <a:t>สเต็ปที่ 1: เมื่อลูกค้าเข้ามาที่เว็บเมืองแอร์ดี จะพบกับหน้าแรก</a:t>
            </a:r>
            <a:br/>
            <a:r>
              <a:t>- ให้สังเกตที่เมนูด้านบนขวา จะมีปุ่มสีส้มคำว่า 'เข้าสู่ระบบ'</a:t>
            </a:r>
            <a:br/>
            <a:r>
              <a:t>- และมีปุ่มใส 'สมัครช่างในพื้นที่' สำหรับช่างใหม่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926080"/>
            <a:ext cx="6400800" cy="3657600"/>
          </a:xfrm>
          <a:prstGeom prst="rect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646464"/>
                </a:solidFill>
              </a:defRPr>
            </a:pPr>
            <a:r>
              <a:t>กรุณานำภาพแคปหน้าจอ (Screenshot) ของระบบจริงมาวางทับที่นี่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หน้าที่ 3/40: การกดปุ่ม เข้าสู่ระบบ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800"/>
            </a:pPr>
            <a:r>
              <a:t>สเต็ปที่ 2: ลูกค้าใช้เมาส์หรือนิ้ว กดคลิกที่ปุ่มสีส้ม 'เข้าสู่ระบบ' ที่มุมขวาบน 1 ครั้ง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926080"/>
            <a:ext cx="6400800" cy="3657600"/>
          </a:xfrm>
          <a:prstGeom prst="rect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646464"/>
                </a:solidFill>
              </a:defRPr>
            </a:pPr>
            <a:r>
              <a:t>กรุณานำภาพแคปหน้าจอ (Screenshot) ของระบบจริงมาวางทับที่นี่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หน้าที่ 4/40: หน้าต่างฟอร์มจองคิว / ติดต่อช่าง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800"/>
            </a:pPr>
            <a:r>
              <a:t>สเต็ปที่ 3: จะมีหน้าต่างป๊อปอัปสีขาวเด้งขึ้นมาตรงกลางจอ</a:t>
            </a:r>
            <a:br/>
            <a:r>
              <a:t>- นี่คือฟอร์มสำหรับกรอกข้อมูลเพื่อจองคิวและเข้าสู่ระบบในขั้นตอนเดียว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926080"/>
            <a:ext cx="6400800" cy="3657600"/>
          </a:xfrm>
          <a:prstGeom prst="rect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646464"/>
                </a:solidFill>
              </a:defRPr>
            </a:pPr>
            <a:r>
              <a:t>กรุณานำภาพแคปหน้าจอ (Screenshot) ของระบบจริงมาวางทับที่นี่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หน้าที่ 5/40: การกรอกข้อมูลลูกค้า (ชื่อ-เบอร์โทร)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800"/>
            </a:pPr>
            <a:r>
              <a:t>สเต็ปที่ 4: ลูกค้าพิมพ์ 'ชื่อ-นามสกุล' ในช่องแรก</a:t>
            </a:r>
            <a:br/>
            <a:r>
              <a:t>- และพิมพ์ 'เบอร์โทรศัพท์' (เช่น 0812345678) ในช่องที่สอง (สำคัญมาก เพราะใช้เป็นตัวอ้างอิง)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926080"/>
            <a:ext cx="6400800" cy="3657600"/>
          </a:xfrm>
          <a:prstGeom prst="rect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646464"/>
                </a:solidFill>
              </a:defRPr>
            </a:pPr>
            <a:r>
              <a:t>กรุณานำภาพแคปหน้าจอ (Screenshot) ของระบบจริงมาวางทับที่นี่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หน้าที่ 6/40: การกรอกที่อยู่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800"/>
            </a:pPr>
            <a:r>
              <a:t>สเต็ปที่ 5: ลูกค้ากรอกที่อยู่หน้างาน</a:t>
            </a:r>
            <a:br/>
            <a:r>
              <a:t>- พิมพ์บ้านเลขที่ ตำบล อำเภอ จังหวัด และรหัสไปรษณีย์ให้ครบถ้วน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926080"/>
            <a:ext cx="6400800" cy="3657600"/>
          </a:xfrm>
          <a:prstGeom prst="rect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646464"/>
                </a:solidFill>
              </a:defRPr>
            </a:pPr>
            <a:r>
              <a:t>กรุณานำภาพแคปหน้าจอ (Screenshot) ของระบบจริงมาวางทับที่นี่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หน้าที่ 7/40: การดึงพิกัด GPS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800"/>
            </a:pPr>
            <a:r>
              <a:t>สเต็ปที่ 6: (แนะนำ) ลูกค้าสามารถกดปุ่มสีขาวขอบน้ำเงิน 'ดึงพิกัดตำแหน่งปัจจุบันของฉัน'</a:t>
            </a:r>
            <a:br/>
            <a:r>
              <a:t>- เพื่อให้ระบบดึง GPS ส่งให้ช่างเดินทางได้แม่นยำขึ้น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926080"/>
            <a:ext cx="6400800" cy="3657600"/>
          </a:xfrm>
          <a:prstGeom prst="rect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646464"/>
                </a:solidFill>
              </a:defRPr>
            </a:pPr>
            <a:r>
              <a:t>กรุณานำภาพแคปหน้าจอ (Screenshot) ของระบบจริงมาวางทับที่นี่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หน้าที่ 8/40: การเลือกบริการ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800"/>
            </a:pPr>
            <a:r>
              <a:t>สเต็ปที่ 7: คลิกลูกศรชี้ลงที่ช่อง 'บริการที่ต้องการ'</a:t>
            </a:r>
            <a:br/>
            <a:r>
              <a:t>- เลือกประเภทงาน เช่น ล้างแอร์, ซ่อมแอร์, ติดตั้งแอร์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926080"/>
            <a:ext cx="6400800" cy="3657600"/>
          </a:xfrm>
          <a:prstGeom prst="rect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646464"/>
                </a:solidFill>
              </a:defRPr>
            </a:pPr>
            <a:r>
              <a:t>กรุณานำภาพแคปหน้าจอ (Screenshot) ของระบบจริงมาวางทับที่นี่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หน้าที่ 9/40: การระบุอาการเสีย (ถ้ามี)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800"/>
            </a:pPr>
            <a:r>
              <a:t>สเต็ปที่ 8: พิมพ์รายละเอียดเพิ่มเติมหรืออาการเสียลงในกล่องข้อความกว้างๆ ด้านล่าง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926080"/>
            <a:ext cx="6400800" cy="3657600"/>
          </a:xfrm>
          <a:prstGeom prst="rect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646464"/>
                </a:solidFill>
              </a:defRPr>
            </a:pPr>
            <a:r>
              <a:t>กรุณานำภาพแคปหน้าจอ (Screenshot) ของระบบจริงมาวางทับที่นี่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หน้าที่ 10/40: ยืนยันการจองคิว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800"/>
            </a:pPr>
            <a:r>
              <a:t>สเต็ปที่ 9: ตรวจสอบข้อมูลทั้งหมด แล้วกดปุ่มสีส้ม 'ยืนยันการจองคิว' ด้านล่างสุด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926080"/>
            <a:ext cx="6400800" cy="3657600"/>
          </a:xfrm>
          <a:prstGeom prst="rect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646464"/>
                </a:solidFill>
              </a:defRPr>
            </a:pPr>
            <a:r>
              <a:t>กรุณานำภาพแคปหน้าจอ (Screenshot) ของระบบจริงมาวางทับที่นี่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หน้าที่ 11/40: ระบบแจ้งเตือนว่าสำเร็จ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800"/>
            </a:pPr>
            <a:r>
              <a:t>สเต็ปที่ 10: ระบบจะขึ้นข้อความแจ้งว่า 'จองคิวสำเร็จ!'</a:t>
            </a:r>
            <a:br/>
            <a:r>
              <a:t>- หลังจากลูกค้ากด OK ระบบจะบันทึกข้อมูล (Auto-Login) และเปลี่ยนหน้าไปที่ระบบลูกค้าทันที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926080"/>
            <a:ext cx="6400800" cy="3657600"/>
          </a:xfrm>
          <a:prstGeom prst="rect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646464"/>
                </a:solidFill>
              </a:defRPr>
            </a:pPr>
            <a:r>
              <a:t>กรุณานำภาพแคปหน้าจอ (Screenshot) ของระบบจริงมาวางทับที่นี่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หน้าที่ 12/40: เข้าสู่หน้าระบบลูกค้า (customer_dashboard.html)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800"/>
            </a:pPr>
            <a:r>
              <a:t>สเต็ปที่ 11: ตอนนี้ลูกค้าจะถูกพามาที่หน้า 'ระบบติดตามงานสำหรับลูกค้า' อัตโนมัติ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926080"/>
            <a:ext cx="6400800" cy="3657600"/>
          </a:xfrm>
          <a:prstGeom prst="rect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646464"/>
                </a:solidFill>
              </a:defRPr>
            </a:pPr>
            <a:r>
              <a:t>กรุณานำภาพแคปหน้าจอ (Screenshot) ของระบบจริงมาวางทับที่นี่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หน้าที่ 13/40: ดูสถานะงาน 'รอดำเนินการ'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800"/>
            </a:pPr>
            <a:r>
              <a:t>สเต็ปที่ 12: ลูกค้าจะเห็นกล่องข้อความแสดงงานของตัวเอง</a:t>
            </a:r>
            <a:br/>
            <a:r>
              <a:t>- สังเกตป้ายสีส้ม (Badge) จะเขียนว่า 'รอดำเนินการ' แปลว่าระบบได้รับเรื่องแล้ว รอแอดมินจ่ายงาน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926080"/>
            <a:ext cx="6400800" cy="3657600"/>
          </a:xfrm>
          <a:prstGeom prst="rect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646464"/>
                </a:solidFill>
              </a:defRPr>
            </a:pPr>
            <a:r>
              <a:t>กรุณานำภาพแคปหน้าจอ (Screenshot) ของระบบจริงมาวางทับที่นี่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หน้าที่ 14/40: การกดปุ่ม โทรหาช่าง / ติดต่อแอดมิน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800"/>
            </a:pPr>
            <a:r>
              <a:t>สเต็ปที่ 13: ในหน้านี้ ลูกค้าสามารถกดปุ่มสีเขียว 'โทรหาช่าง' หรือปุ่มสีน้ำเงิน 'ติดต่อแอดมิน' เพื่อสอบถามข้อมูลได้ทันที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926080"/>
            <a:ext cx="6400800" cy="3657600"/>
          </a:xfrm>
          <a:prstGeom prst="rect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646464"/>
                </a:solidFill>
              </a:defRPr>
            </a:pPr>
            <a:r>
              <a:t>กรุณานำภาพแคปหน้าจอ (Screenshot) ของระบบจริงมาวางทับที่นี่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หน้าที่ 15/40: กลับมาที่หน้าแรก (สำหรับช่างใหม่)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800"/>
            </a:pPr>
            <a:r>
              <a:t>สเต็ปที่ 14: หากเป็นช่างที่ต้องการร่วมงาน ให้มาที่หน้าแรก (index.html)</a:t>
            </a:r>
            <a:br/>
            <a:r>
              <a:t>- สังเกตปุ่ม 'สมัครช่างในพื้นที่' ที่เมนูด้านบน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926080"/>
            <a:ext cx="6400800" cy="3657600"/>
          </a:xfrm>
          <a:prstGeom prst="rect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646464"/>
                </a:solidFill>
              </a:defRPr>
            </a:pPr>
            <a:r>
              <a:t>กรุณานำภาพแคปหน้าจอ (Screenshot) ของระบบจริงมาวางทับที่นี่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หน้าที่ 16/40: กดปุ่ม สมัครช่างในพื้นที่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800"/>
            </a:pPr>
            <a:r>
              <a:t>สเต็ปที่ 15: ช่างกดคลิกที่ปุ่ม 'สมัครช่างในพื้นที่' 1 ครั้ง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926080"/>
            <a:ext cx="6400800" cy="3657600"/>
          </a:xfrm>
          <a:prstGeom prst="rect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646464"/>
                </a:solidFill>
              </a:defRPr>
            </a:pPr>
            <a:r>
              <a:t>กรุณานำภาพแคปหน้าจอ (Screenshot) ของระบบจริงมาวางทับที่นี่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หน้าที่ 17/40: เข้าสู่หน้าแอปช่าง (tech_dashboard.html)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800"/>
            </a:pPr>
            <a:r>
              <a:t>สเต็ปที่ 16: ระบบจะลิงก์พุ่งตรงมาที่หน้า 'ระบบจัดการสำหรับช่างแอร์' ทันที เพื่อดำเนินการสมัครหรือลงชื่อเข้าใช้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926080"/>
            <a:ext cx="6400800" cy="3657600"/>
          </a:xfrm>
          <a:prstGeom prst="rect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646464"/>
                </a:solidFill>
              </a:defRPr>
            </a:pPr>
            <a:r>
              <a:t>กรุณานำภาพแคปหน้าจอ (Screenshot) ของระบบจริงมาวางทับที่นี่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หน้าที่ 18/40: เข้าสู่ระบบแอดมิน (admin.html)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800"/>
            </a:pPr>
            <a:r>
              <a:t>สเต็ปที่ 17: แอดมิน (เจ้าของร้าน) เปิดไฟล์ admin.html</a:t>
            </a:r>
            <a:br/>
            <a:r>
              <a:t>- แอดมินจะเห็นตาราง 'รายการจองคิวลูกค้า (ล่าสุด)'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926080"/>
            <a:ext cx="6400800" cy="3657600"/>
          </a:xfrm>
          <a:prstGeom prst="rect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646464"/>
                </a:solidFill>
              </a:defRPr>
            </a:pPr>
            <a:r>
              <a:t>กรุณานำภาพแคปหน้าจอ (Screenshot) ของระบบจริงมาวางทับที่นี่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หน้าที่ 19/40: ดูคิวงานใหม่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800"/>
            </a:pPr>
            <a:r>
              <a:t>สเต็ปที่ 18: แอดมินจะเห็นข้อมูลลูกค้าที่เพิ่งจองคิวเข้ามา</a:t>
            </a:r>
            <a:br/>
            <a:r>
              <a:t>- สถานะในตารางจะขึ้นว่า 'รอดำเนินการ'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926080"/>
            <a:ext cx="6400800" cy="3657600"/>
          </a:xfrm>
          <a:prstGeom prst="rect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646464"/>
                </a:solidFill>
              </a:defRPr>
            </a:pPr>
            <a:r>
              <a:t>กรุณานำภาพแคปหน้าจอ (Screenshot) ของระบบจริงมาวางทับที่นี่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หน้าที่ 20/40: การจ่ายงานให้ช่าง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800"/>
            </a:pPr>
            <a:r>
              <a:t>สเต็ปที่ 19: แอดมินเลือกคิวงานที่ต้องการ แล้วกดปุ่มที่ระบุว่า 'จ่ายงาน'</a:t>
            </a:r>
            <a:br/>
            <a:r>
              <a:t>- จากนั้นเลือกว่าจะมอบหมายงานนี้ให้ช่างคนไหน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926080"/>
            <a:ext cx="6400800" cy="3657600"/>
          </a:xfrm>
          <a:prstGeom prst="rect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646464"/>
                </a:solidFill>
              </a:defRPr>
            </a:pPr>
            <a:r>
              <a:t>กรุณานำภาพแคปหน้าจอ (Screenshot) ของระบบจริงมาวางทับที่นี่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หน้าที่ 21/40: สถานะเปลี่ยนเป็น จ่ายงานแล้ว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800"/>
            </a:pPr>
            <a:r>
              <a:t>สเต็ปที่ 20: เมื่อแอดมินจ่ายงานเสร็จ สถานะในตารางจะเปลี่ยนจาก รอดำเนินการ เป็น 'จ่ายงานแล้ว' สีฟ้า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926080"/>
            <a:ext cx="6400800" cy="3657600"/>
          </a:xfrm>
          <a:prstGeom prst="rect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646464"/>
                </a:solidFill>
              </a:defRPr>
            </a:pPr>
            <a:r>
              <a:t>กรุณานำภาพแคปหน้าจอ (Screenshot) ของระบบจริงมาวางทับที่นี่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หน้าที่ 22/40: ลูกค้าเห็นสถานะอัปเดต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800"/>
            </a:pPr>
            <a:r>
              <a:t>สเต็ปที่ 21: (มุมมองลูกค้า) หากลูกค้าเปิดหน้า customer_dashboard จะเห็นป้ายสถานะเปลี่ยนเป็น 'จ่ายงานแล้ว' เช่นกัน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926080"/>
            <a:ext cx="6400800" cy="3657600"/>
          </a:xfrm>
          <a:prstGeom prst="rect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646464"/>
                </a:solidFill>
              </a:defRPr>
            </a:pPr>
            <a:r>
              <a:t>กรุณานำภาพแคปหน้าจอ (Screenshot) ของระบบจริงมาวางทับที่นี่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หน้าที่ 23/40: ช่างเข้าสู่ระบบ (tech_dashboard.html)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800"/>
            </a:pPr>
            <a:r>
              <a:t>สเต็ปที่ 22: ช่างเปิดแอปของช่าง และล็อกอินด้วยเบอร์โทรศัพท์ของตนเอง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926080"/>
            <a:ext cx="6400800" cy="3657600"/>
          </a:xfrm>
          <a:prstGeom prst="rect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646464"/>
                </a:solidFill>
              </a:defRPr>
            </a:pPr>
            <a:r>
              <a:t>กรุณานำภาพแคปหน้าจอ (Screenshot) ของระบบจริงมาวางทับที่นี่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หน้าที่ 24/40: ช่างเห็นงานที่ได้รับมอบหมาย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800"/>
            </a:pPr>
            <a:r>
              <a:t>สเต็ปที่ 23: ในหน้า Dashboard ช่างจะเห็นการ์ดงานที่แอดมินเพิ่ง 'จ่ายงานแล้ว' ส่งมาให้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926080"/>
            <a:ext cx="6400800" cy="3657600"/>
          </a:xfrm>
          <a:prstGeom prst="rect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646464"/>
                </a:solidFill>
              </a:defRPr>
            </a:pPr>
            <a:r>
              <a:t>กรุณานำภาพแคปหน้าจอ (Screenshot) ของระบบจริงมาวางทับที่นี่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หน้าที่ 25/40: ดูรายละเอียดและ GPS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800"/>
            </a:pPr>
            <a:r>
              <a:t>สเต็ปที่ 24: ช่างสามารถกดดูรายละเอียดงาน ที่อยู่ลูกค้า และกดดูพิกัด GPS เพื่อขับรถไปหน้างานได้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926080"/>
            <a:ext cx="6400800" cy="3657600"/>
          </a:xfrm>
          <a:prstGeom prst="rect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646464"/>
                </a:solidFill>
              </a:defRPr>
            </a:pPr>
            <a:r>
              <a:t>กรุณานำภาพแคปหน้าจอ (Screenshot) ของระบบจริงมาวางทับที่นี่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หน้าที่ 26/40: ช่างอัปเดตสถานะ กำลังดำเนินการ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800"/>
            </a:pPr>
            <a:r>
              <a:t>สเต็ปที่ 25: เมื่อช่างไปถึงหน้างานและเริ่มซ่อม ให้กดปุ่มอัปเดตสถานะเป็น 'กำลังดำเนินการ'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926080"/>
            <a:ext cx="6400800" cy="3657600"/>
          </a:xfrm>
          <a:prstGeom prst="rect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646464"/>
                </a:solidFill>
              </a:defRPr>
            </a:pPr>
            <a:r>
              <a:t>กรุณานำภาพแคปหน้าจอ (Screenshot) ของระบบจริงมาวางทับที่นี่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หน้าที่ 27/40: การพิมพ์บิลครัว (ถ้าจำเป็น)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dirty="0" err="1"/>
              <a:t>สเต็ปที่</a:t>
            </a:r>
            <a:r>
              <a:rPr dirty="0"/>
              <a:t> 26: </a:t>
            </a:r>
            <a:r>
              <a:rPr dirty="0" err="1"/>
              <a:t>ช่างสามารถกดปุ่ม</a:t>
            </a:r>
            <a:r>
              <a:rPr dirty="0"/>
              <a:t> '</a:t>
            </a:r>
            <a:r>
              <a:rPr dirty="0" err="1"/>
              <a:t>พิมพ์</a:t>
            </a:r>
            <a:r>
              <a:rPr lang="th-TH" dirty="0"/>
              <a:t>ชื่อเครื่องพิมพ์</a:t>
            </a:r>
            <a:r>
              <a:rPr dirty="0"/>
              <a:t>' </a:t>
            </a:r>
            <a:r>
              <a:rPr dirty="0" err="1"/>
              <a:t>เพื่อปรินต์รายการอะไหล่หรือรายละเอียดงานส่งให้ร้านได้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1371600" y="2926080"/>
            <a:ext cx="6400800" cy="3657600"/>
          </a:xfrm>
          <a:prstGeom prst="rect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646464"/>
                </a:solidFill>
              </a:defRPr>
            </a:pPr>
            <a:r>
              <a:t>กรุณานำภาพแคปหน้าจอ (Screenshot) ของระบบจริงมาวางทับที่นี่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หน้าที่ 28/40: ช่างทำงานเสร็จ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800"/>
            </a:pPr>
            <a:r>
              <a:t>สเต็ปที่ 27: เมื่อช่างล้างแอร์หรือซ่อมเสร็จเรียบร้อย ช่างเตรียมตัวส่งมอบงาน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926080"/>
            <a:ext cx="6400800" cy="3657600"/>
          </a:xfrm>
          <a:prstGeom prst="rect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646464"/>
                </a:solidFill>
              </a:defRPr>
            </a:pPr>
            <a:r>
              <a:t>กรุณานำภาพแคปหน้าจอ (Screenshot) ของระบบจริงมาวางทับที่นี่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หน้าที่ 29/40: กดปุ่ม ส่งมอบงาน (รอแอดมินเก็บเงิน)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800"/>
            </a:pPr>
            <a:r>
              <a:t>สเต็ปที่ 28: ช่างกดปุ่ม 'ส่งมอบงาน (รอแอดมินเก็บเงิน)' ในแอปของช่าง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926080"/>
            <a:ext cx="6400800" cy="3657600"/>
          </a:xfrm>
          <a:prstGeom prst="rect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646464"/>
                </a:solidFill>
              </a:defRPr>
            </a:pPr>
            <a:r>
              <a:t>กรุณานำภาพแคปหน้าจอ (Screenshot) ของระบบจริงมาวางทับที่นี่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หน้าที่ 30/40: สถานะเปลี่ยนเป็น รอชำระเงิน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800"/>
            </a:pPr>
            <a:r>
              <a:t>สเต็ปที่ 29: ระบบจะอัปเดตสถานะงานนี้เป็น 'รอชำระเงิน' ทันที เพื่อส่งไม้ต่อให้แอดมินเป็นคนเก็บเงิน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926080"/>
            <a:ext cx="6400800" cy="3657600"/>
          </a:xfrm>
          <a:prstGeom prst="rect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646464"/>
                </a:solidFill>
              </a:defRPr>
            </a:pPr>
            <a:r>
              <a:t>กรุณานำภาพแคปหน้าจอ (Screenshot) ของระบบจริงมาวางทับที่นี่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หน้าที่ 31/40: แอดมินดูสถานะงานที่ช่างทำเสร็จ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800"/>
            </a:pPr>
            <a:r>
              <a:t>สเต็ปที่ 30: แอดมินกลับมาดูที่หน้า admin.html</a:t>
            </a:r>
            <a:br/>
            <a:r>
              <a:t>- ในตารางจะเห็นงานที่ช่างส่งมอบมา เปลี่ยนสถานะเป็น 'รอชำระเงิน'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926080"/>
            <a:ext cx="6400800" cy="3657600"/>
          </a:xfrm>
          <a:prstGeom prst="rect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646464"/>
                </a:solidFill>
              </a:defRPr>
            </a:pPr>
            <a:r>
              <a:t>กรุณานำภาพแคปหน้าจอ (Screenshot) ของระบบจริงมาวางทับที่นี่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หน้าที่ 32/40: ลูกค้าเห็นสถานะ รอชำระเงิน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800"/>
            </a:pPr>
            <a:r>
              <a:t>สเต็ปที่ 31: (มุมมองลูกค้า) ลูกค้าจะเห็นป้ายสถานะ 'รอชำระเงิน' เช่นกัน เพื่อเตรียมตัวจ่ายเงินให้แอดมิน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926080"/>
            <a:ext cx="6400800" cy="3657600"/>
          </a:xfrm>
          <a:prstGeom prst="rect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646464"/>
                </a:solidFill>
              </a:defRPr>
            </a:pPr>
            <a:r>
              <a:t>กรุณานำภาพแคปหน้าจอ (Screenshot) ของระบบจริงมาวางทับที่นี่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หน้าที่ 33/40: แอดมินกดปุ่ม ชำระเงิน/ส่งมอบ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800"/>
            </a:pPr>
            <a:r>
              <a:t>สเต็ปที่ 32: แอดมินกดปุ่มสีเขียว 'ชำระเงิน/ส่งมอบ' ที่ท้ายแถวของรายการนั้นในตาราง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926080"/>
            <a:ext cx="6400800" cy="3657600"/>
          </a:xfrm>
          <a:prstGeom prst="rect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646464"/>
                </a:solidFill>
              </a:defRPr>
            </a:pPr>
            <a:r>
              <a:t>กรุณานำภาพแคปหน้าจอ (Screenshot) ของระบบจริงมาวางทับที่นี่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หน้าที่ 34/40: หน้าต่าง ป๊อปอัปเก็บเงิน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800"/>
            </a:pPr>
            <a:r>
              <a:t>สเต็ปที่ 33: หน้าต่าง 'บันทึกการชำระเงินและส่งมอบงาน' จะเด้งขึ้นมาให้แอดมินกรอก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926080"/>
            <a:ext cx="6400800" cy="3657600"/>
          </a:xfrm>
          <a:prstGeom prst="rect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646464"/>
                </a:solidFill>
              </a:defRPr>
            </a:pPr>
            <a:r>
              <a:t>กรุณานำภาพแคปหน้าจอ (Screenshot) ของระบบจริงมาวางทับที่นี่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หน้าที่ 35/40: กรอกจำนวนเงินและวิธีจ่าย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800"/>
            </a:pPr>
            <a:r>
              <a:t>สเต็ปที่ 34: แอดมินกรอก 'จำนวนเงิน (บาท)' และเลือกวิธีชำระเงิน (เช่น เงินสด, โอนเงิน)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926080"/>
            <a:ext cx="6400800" cy="3657600"/>
          </a:xfrm>
          <a:prstGeom prst="rect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646464"/>
                </a:solidFill>
              </a:defRPr>
            </a:pPr>
            <a:r>
              <a:t>กรุณานำภาพแคปหน้าจอ (Screenshot) ของระบบจริงมาวางทับที่นี่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หน้าที่ 36/40: แนบสลิปโอนเงิน (ถ้ามี)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800"/>
            </a:pPr>
            <a:r>
              <a:t>สเต็ปที่ 35: หากลูกค้าโอนเงิน แอดมินสามารถกดปุ่ม 'อัปโหลดสลิป' เพื่อเก็บหลักฐานไว้ในระบบได้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926080"/>
            <a:ext cx="6400800" cy="3657600"/>
          </a:xfrm>
          <a:prstGeom prst="rect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646464"/>
                </a:solidFill>
              </a:defRPr>
            </a:pPr>
            <a:r>
              <a:t>กรุณานำภาพแคปหน้าจอ (Screenshot) ของระบบจริงมาวางทับที่นี่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หน้าที่ 37/40: กดยืนยันการชำระเงิน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800"/>
            </a:pPr>
            <a:r>
              <a:t>สเต็ปที่ 36: แอดมินกดปุ่ม 'ยืนยันและปิดงาน'</a:t>
            </a:r>
            <a:br/>
            <a:r>
              <a:t>- สถานะของงานจะเปลี่ยนเป็น 'เสร็จสิ้น' ทันที!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926080"/>
            <a:ext cx="6400800" cy="3657600"/>
          </a:xfrm>
          <a:prstGeom prst="rect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646464"/>
                </a:solidFill>
              </a:defRPr>
            </a:pPr>
            <a:r>
              <a:t>กรุณานำภาพแคปหน้าจอ (Screenshot) ของระบบจริงมาวางทับที่นี่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หน้าที่ 38/40: ลูกค้าเห็นสถานะ เสร็จสิ้น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800"/>
            </a:pPr>
            <a:r>
              <a:t>สเต็ปที่ 37: (มุมมองลูกค้า) ระบบลูกค้าจะขึ้นป้ายสีเขียว 'เสร็จสิ้น' ถือว่าจ๊อบนี้สมบูรณ์ 100%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926080"/>
            <a:ext cx="6400800" cy="3657600"/>
          </a:xfrm>
          <a:prstGeom prst="rect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646464"/>
                </a:solidFill>
              </a:defRPr>
            </a:pPr>
            <a:r>
              <a:t>กรุณานำภาพแคปหน้าจอ (Screenshot) ของระบบจริงมาวางทับที่นี่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หน้าที่ 39/40: แอดมินเปิดแท็บ รายงานยอดขาย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800"/>
            </a:pPr>
            <a:r>
              <a:t>สเต็ปที่ 38: แอดมินต้องการดูรายได้ ให้คลิกที่แท็บเมนูด้านซ้ายคำว่า 'รายงานยอดขาย / สรุปรายวัน'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926080"/>
            <a:ext cx="6400800" cy="3657600"/>
          </a:xfrm>
          <a:prstGeom prst="rect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646464"/>
                </a:solidFill>
              </a:defRPr>
            </a:pPr>
            <a:r>
              <a:t>กรุณานำภาพแคปหน้าจอ (Screenshot) ของระบบจริงมาวางทับที่นี่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หน้าที่ 40/40: ดูยอดเงินที่เก็บได้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800"/>
            </a:pPr>
            <a:r>
              <a:t>สเต็ปที่ 39: ระบบจะดึงเฉพาะงานที่มีสถานะ 'เสร็จสิ้น' มาคำนวณ</a:t>
            </a:r>
            <a:br/>
            <a:r>
              <a:t>- แอดมินจะเห็น 'ยอดขายรวม' ตัวเลขใหญ่ๆ ได้ทันที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926080"/>
            <a:ext cx="6400800" cy="3657600"/>
          </a:xfrm>
          <a:prstGeom prst="rect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646464"/>
                </a:solidFill>
              </a:defRPr>
            </a:pPr>
            <a:r>
              <a:t>กรุณานำภาพแคปหน้าจอ (Screenshot) ของระบบจริงมาวางทับที่นี่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หน้าที่ 41/40: พิมพ์บิลใบเสร็จ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800"/>
            </a:pPr>
            <a:r>
              <a:t>สเต็ปที่ 40 (หน้าสุดท้าย): แอดมินสามารถกดปุ่ม 'พิมพ์บิล' เพื่อออกใบเสร็จรับเงินให้ลูกค้า เป็นอันจบกระบวนการทำงานของเมืองแอร์ดีอย่างสมบูรณ์!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926080"/>
            <a:ext cx="6400800" cy="3657600"/>
          </a:xfrm>
          <a:prstGeom prst="rect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646464"/>
                </a:solidFill>
              </a:defRPr>
            </a:pPr>
            <a:r>
              <a:t>กรุณานำภาพแคปหน้าจอ (Screenshot) ของระบบจริงมาวางทับที่นี่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2165</Words>
  <Application>Microsoft Office PowerPoint</Application>
  <PresentationFormat>นำเสนอทางหน้าจอ (4:3)</PresentationFormat>
  <Paragraphs>164</Paragraphs>
  <Slides>41</Slides>
  <Notes>0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2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คู่มือการใช้งานระบบ 'เมืองแอร์ดี'</vt:lpstr>
      <vt:lpstr>หน้าที่ 2/40: หน้าแรกของเว็บไซต์ (index.html)</vt:lpstr>
      <vt:lpstr>หน้าที่ 3/40: การกดปุ่ม เข้าสู่ระบบ</vt:lpstr>
      <vt:lpstr>หน้าที่ 4/40: หน้าต่างฟอร์มจองคิว / ติดต่อช่าง</vt:lpstr>
      <vt:lpstr>หน้าที่ 5/40: การกรอกข้อมูลลูกค้า (ชื่อ-เบอร์โทร)</vt:lpstr>
      <vt:lpstr>หน้าที่ 6/40: การกรอกที่อยู่</vt:lpstr>
      <vt:lpstr>หน้าที่ 7/40: การดึงพิกัด GPS</vt:lpstr>
      <vt:lpstr>หน้าที่ 8/40: การเลือกบริการ</vt:lpstr>
      <vt:lpstr>หน้าที่ 9/40: การระบุอาการเสีย (ถ้ามี)</vt:lpstr>
      <vt:lpstr>หน้าที่ 10/40: ยืนยันการจองคิว</vt:lpstr>
      <vt:lpstr>หน้าที่ 11/40: ระบบแจ้งเตือนว่าสำเร็จ</vt:lpstr>
      <vt:lpstr>หน้าที่ 12/40: เข้าสู่หน้าระบบลูกค้า (customer_dashboard.html)</vt:lpstr>
      <vt:lpstr>หน้าที่ 13/40: ดูสถานะงาน 'รอดำเนินการ'</vt:lpstr>
      <vt:lpstr>หน้าที่ 14/40: การกดปุ่ม โทรหาช่าง / ติดต่อแอดมิน</vt:lpstr>
      <vt:lpstr>หน้าที่ 15/40: กลับมาที่หน้าแรก (สำหรับช่างใหม่)</vt:lpstr>
      <vt:lpstr>หน้าที่ 16/40: กดปุ่ม สมัครช่างในพื้นที่</vt:lpstr>
      <vt:lpstr>หน้าที่ 17/40: เข้าสู่หน้าแอปช่าง (tech_dashboard.html)</vt:lpstr>
      <vt:lpstr>หน้าที่ 18/40: เข้าสู่ระบบแอดมิน (admin.html)</vt:lpstr>
      <vt:lpstr>หน้าที่ 19/40: ดูคิวงานใหม่</vt:lpstr>
      <vt:lpstr>หน้าที่ 20/40: การจ่ายงานให้ช่าง</vt:lpstr>
      <vt:lpstr>หน้าที่ 21/40: สถานะเปลี่ยนเป็น จ่ายงานแล้ว</vt:lpstr>
      <vt:lpstr>หน้าที่ 22/40: ลูกค้าเห็นสถานะอัปเดต</vt:lpstr>
      <vt:lpstr>หน้าที่ 23/40: ช่างเข้าสู่ระบบ (tech_dashboard.html)</vt:lpstr>
      <vt:lpstr>หน้าที่ 24/40: ช่างเห็นงานที่ได้รับมอบหมาย</vt:lpstr>
      <vt:lpstr>หน้าที่ 25/40: ดูรายละเอียดและ GPS</vt:lpstr>
      <vt:lpstr>หน้าที่ 26/40: ช่างอัปเดตสถานะ กำลังดำเนินการ</vt:lpstr>
      <vt:lpstr>หน้าที่ 27/40: การพิมพ์บิลครัว (ถ้าจำเป็น)</vt:lpstr>
      <vt:lpstr>หน้าที่ 28/40: ช่างทำงานเสร็จ</vt:lpstr>
      <vt:lpstr>หน้าที่ 29/40: กดปุ่ม ส่งมอบงาน (รอแอดมินเก็บเงิน)</vt:lpstr>
      <vt:lpstr>หน้าที่ 30/40: สถานะเปลี่ยนเป็น รอชำระเงิน</vt:lpstr>
      <vt:lpstr>หน้าที่ 31/40: แอดมินดูสถานะงานที่ช่างทำเสร็จ</vt:lpstr>
      <vt:lpstr>หน้าที่ 32/40: ลูกค้าเห็นสถานะ รอชำระเงิน</vt:lpstr>
      <vt:lpstr>หน้าที่ 33/40: แอดมินกดปุ่ม ชำระเงิน/ส่งมอบ</vt:lpstr>
      <vt:lpstr>หน้าที่ 34/40: หน้าต่าง ป๊อปอัปเก็บเงิน</vt:lpstr>
      <vt:lpstr>หน้าที่ 35/40: กรอกจำนวนเงินและวิธีจ่าย</vt:lpstr>
      <vt:lpstr>หน้าที่ 36/40: แนบสลิปโอนเงิน (ถ้ามี)</vt:lpstr>
      <vt:lpstr>หน้าที่ 37/40: กดยืนยันการชำระเงิน</vt:lpstr>
      <vt:lpstr>หน้าที่ 38/40: ลูกค้าเห็นสถานะ เสร็จสิ้น</vt:lpstr>
      <vt:lpstr>หน้าที่ 39/40: แอดมินเปิดแท็บ รายงานยอดขาย</vt:lpstr>
      <vt:lpstr>หน้าที่ 40/40: ดูยอดเงินที่เก็บได้</vt:lpstr>
      <vt:lpstr>หน้าที่ 41/40: พิมพ์บิลใบเสร็จ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เทพประทาน โพธิ์ชัย</cp:lastModifiedBy>
  <cp:revision>2</cp:revision>
  <dcterms:created xsi:type="dcterms:W3CDTF">2013-01-27T09:14:16Z</dcterms:created>
  <dcterms:modified xsi:type="dcterms:W3CDTF">2026-08-28T08:19:55Z</dcterms:modified>
  <cp:category/>
</cp:coreProperties>
</file>